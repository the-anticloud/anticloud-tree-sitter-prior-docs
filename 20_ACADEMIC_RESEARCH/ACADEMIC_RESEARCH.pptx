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Academic Research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TREE_SITTER | Category: SOFTWARE_DEVELOPMENT</a:t>
            </a:r>
          </a:p>
          <a:p>
            <a:r>
              <a:rPr sz="1400"/>
              <a:t>Upstream: https://github.com/tree-sitter/tree-sitter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academic research for the Anticloud integration of TREE_SITTER.</a:t>
            </a:r>
          </a:p>
          <a:p>
            <a:r>
              <a:rPr sz="1400"/>
              <a:t>Incremental parsing framework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TREE_SITTER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